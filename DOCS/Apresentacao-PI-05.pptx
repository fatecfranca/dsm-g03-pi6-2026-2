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8"/>
  </p:notesMasterIdLst>
  <p:sldIdLst>
    <p:sldId id="256" r:id="rId2"/>
    <p:sldId id="259" r:id="rId3"/>
    <p:sldId id="258" r:id="rId4"/>
    <p:sldId id="257" r:id="rId5"/>
    <p:sldId id="260" r:id="rId6"/>
    <p:sldId id="262" r:id="rId7"/>
  </p:sldIdLst>
  <p:sldSz cx="9144000" cy="5143500" type="screen16x9"/>
  <p:notesSz cx="6858000" cy="9144000"/>
  <p:embeddedFontLst>
    <p:embeddedFont>
      <p:font typeface="Anaheim" panose="020B0604020202020204" charset="0"/>
      <p:regular r:id="rId9"/>
      <p:bold r:id="rId10"/>
    </p:embeddedFont>
    <p:embeddedFont>
      <p:font typeface="Hanken Grotesk" panose="020B0604020202020204" charset="0"/>
      <p:regular r:id="rId11"/>
      <p:bold r:id="rId12"/>
      <p:italic r:id="rId13"/>
      <p:boldItalic r:id="rId14"/>
    </p:embeddedFont>
    <p:embeddedFont>
      <p:font typeface="Nunito Light" pitchFamily="2" charset="0"/>
      <p:regular r:id="rId15"/>
      <p:italic r:id="rId16"/>
    </p:embeddedFont>
    <p:embeddedFont>
      <p:font typeface="Raleway Black" pitchFamily="2" charset="0"/>
      <p:bold r:id="rId17"/>
      <p:boldItalic r:id="rId18"/>
    </p:embeddedFont>
    <p:embeddedFont>
      <p:font typeface="Raleway ExtraBold" pitchFamily="2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B2E4F-7A3A-4F98-9E85-8E1151A5051B}">
  <a:tblStyle styleId="{95EB2E4F-7A3A-4F98-9E85-8E1151A505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A98095-A400-4641-BFCE-CC896B55FFC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2" r:id="rId10"/>
    <p:sldLayoutId id="2147483669" r:id="rId11"/>
    <p:sldLayoutId id="214748367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4204346" y="1820045"/>
            <a:ext cx="1525625" cy="764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CDCP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3248267" y="2692362"/>
            <a:ext cx="3581547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Classificador de Chamados Públicos</a:t>
            </a:r>
            <a:endParaRPr sz="1600" dirty="0"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1765644" y="179582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44364FF9-3213-246E-CE70-DCAC3B9CE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6" t="40823" r="30293" b="41931"/>
          <a:stretch/>
        </p:blipFill>
        <p:spPr>
          <a:xfrm>
            <a:off x="3329300" y="1820045"/>
            <a:ext cx="830418" cy="7788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5B1704-77F5-BC09-B4FB-ADE1091E2C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08" t="5939" r="3241" b="2771"/>
          <a:stretch/>
        </p:blipFill>
        <p:spPr>
          <a:xfrm>
            <a:off x="671162" y="825822"/>
            <a:ext cx="1889005" cy="39921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9" name="Google Shape;665;p28">
            <a:extLst>
              <a:ext uri="{FF2B5EF4-FFF2-40B4-BE49-F238E27FC236}">
                <a16:creationId xmlns:a16="http://schemas.microsoft.com/office/drawing/2014/main" id="{BAC9AD55-597A-EED4-FDC1-BBCD69077A82}"/>
              </a:ext>
            </a:extLst>
          </p:cNvPr>
          <p:cNvGrpSpPr/>
          <p:nvPr/>
        </p:nvGrpSpPr>
        <p:grpSpPr>
          <a:xfrm>
            <a:off x="3647882" y="3781778"/>
            <a:ext cx="1205153" cy="3007924"/>
            <a:chOff x="6777434" y="2296620"/>
            <a:chExt cx="1033834" cy="3360485"/>
          </a:xfrm>
        </p:grpSpPr>
        <p:grpSp>
          <p:nvGrpSpPr>
            <p:cNvPr id="10" name="Google Shape;666;p28">
              <a:extLst>
                <a:ext uri="{FF2B5EF4-FFF2-40B4-BE49-F238E27FC236}">
                  <a16:creationId xmlns:a16="http://schemas.microsoft.com/office/drawing/2014/main" id="{F3821C7C-60B7-F2F7-651A-E18264949EF8}"/>
                </a:ext>
              </a:extLst>
            </p:cNvPr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4" name="Google Shape;667;p28">
                <a:extLst>
                  <a:ext uri="{FF2B5EF4-FFF2-40B4-BE49-F238E27FC236}">
                    <a16:creationId xmlns:a16="http://schemas.microsoft.com/office/drawing/2014/main" id="{06BD47E2-8E1D-101D-E0CB-C882E5C447A1}"/>
                  </a:ext>
                </a:extLst>
              </p:cNvPr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668;p28">
                <a:extLst>
                  <a:ext uri="{FF2B5EF4-FFF2-40B4-BE49-F238E27FC236}">
                    <a16:creationId xmlns:a16="http://schemas.microsoft.com/office/drawing/2014/main" id="{F0B003FC-D974-CE8F-BC7A-6FECA7B8F5B5}"/>
                  </a:ext>
                </a:extLst>
              </p:cNvPr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" name="Google Shape;669;p28">
                <a:extLst>
                  <a:ext uri="{FF2B5EF4-FFF2-40B4-BE49-F238E27FC236}">
                    <a16:creationId xmlns:a16="http://schemas.microsoft.com/office/drawing/2014/main" id="{4B6A5BCC-E247-370B-3E83-C9E488D98774}"/>
                  </a:ext>
                </a:extLst>
              </p:cNvPr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" name="Google Shape;670;p28">
              <a:extLst>
                <a:ext uri="{FF2B5EF4-FFF2-40B4-BE49-F238E27FC236}">
                  <a16:creationId xmlns:a16="http://schemas.microsoft.com/office/drawing/2014/main" id="{7CDDC6B8-6B39-0AD3-7D61-55D4C6555FC0}"/>
                </a:ext>
              </a:extLst>
            </p:cNvPr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71;p28">
              <a:extLst>
                <a:ext uri="{FF2B5EF4-FFF2-40B4-BE49-F238E27FC236}">
                  <a16:creationId xmlns:a16="http://schemas.microsoft.com/office/drawing/2014/main" id="{D4C0FF92-35B1-C2AA-023E-B0B0316A44D3}"/>
                </a:ext>
              </a:extLst>
            </p:cNvPr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72;p28">
              <a:extLst>
                <a:ext uri="{FF2B5EF4-FFF2-40B4-BE49-F238E27FC236}">
                  <a16:creationId xmlns:a16="http://schemas.microsoft.com/office/drawing/2014/main" id="{B7C2ECBE-2C6F-D6DD-C645-457E23273958}"/>
                </a:ext>
              </a:extLst>
            </p:cNvPr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1"/>
          <p:cNvSpPr txBox="1">
            <a:spLocks noGrp="1"/>
          </p:cNvSpPr>
          <p:nvPr>
            <p:ph type="title"/>
          </p:nvPr>
        </p:nvSpPr>
        <p:spPr>
          <a:xfrm>
            <a:off x="1640051" y="824114"/>
            <a:ext cx="4264222" cy="462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 DO PROJETO?</a:t>
            </a:r>
            <a:endParaRPr dirty="0"/>
          </a:p>
        </p:txBody>
      </p:sp>
      <p:sp>
        <p:nvSpPr>
          <p:cNvPr id="731" name="Google Shape;731;p31"/>
          <p:cNvSpPr txBox="1">
            <a:spLocks noGrp="1"/>
          </p:cNvSpPr>
          <p:nvPr>
            <p:ph type="subTitle" idx="1"/>
          </p:nvPr>
        </p:nvSpPr>
        <p:spPr>
          <a:xfrm>
            <a:off x="1294249" y="1286541"/>
            <a:ext cx="4651023" cy="3291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dirty="0">
                <a:solidFill>
                  <a:srgbClr val="F0F6FC"/>
                </a:solidFill>
                <a:effectLst/>
                <a:latin typeface="Mona Sans VF"/>
              </a:rPr>
              <a:t>Um aplicativo móvel </a:t>
            </a:r>
            <a:r>
              <a:rPr lang="pt-BR" dirty="0"/>
              <a:t>onde pessoas comuns (cidadãos) possam fazer a criação de chamados públicos, relatando as necessidades encontradas em sua cidades a suas respectivas prefeituras. Durante a criação do chamado, o modelo de IA irá classificar a urgência do chamado, de acordo com algumas informações passadas pelo cidadão: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Tipo de Chamado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Dias com o problema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Risco à vidas humanas?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Risco à vidas de animais?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Via/Rua bloqueada?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Aparecendo posteriormente os chamados em um painel administrativo (Web), onde os gestores de chamados irão atribui-los aos técnicos que poderão acompanhar e documentar as atividades em seu aplicativo móvel.</a:t>
            </a:r>
          </a:p>
        </p:txBody>
      </p:sp>
      <p:pic>
        <p:nvPicPr>
          <p:cNvPr id="732" name="Google Shape;732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06" t="12450" r="2006"/>
          <a:stretch/>
        </p:blipFill>
        <p:spPr>
          <a:xfrm>
            <a:off x="6046872" y="824114"/>
            <a:ext cx="2787000" cy="3558374"/>
          </a:xfrm>
          <a:prstGeom prst="rect">
            <a:avLst/>
          </a:prstGeom>
        </p:spPr>
      </p:pic>
      <p:sp>
        <p:nvSpPr>
          <p:cNvPr id="733" name="Google Shape;733;p31"/>
          <p:cNvSpPr/>
          <p:nvPr/>
        </p:nvSpPr>
        <p:spPr>
          <a:xfrm>
            <a:off x="6046872" y="4374509"/>
            <a:ext cx="2787000" cy="1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1"/>
          <p:cNvSpPr/>
          <p:nvPr/>
        </p:nvSpPr>
        <p:spPr>
          <a:xfrm rot="-5400000">
            <a:off x="1325788" y="880843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 txBox="1">
            <a:spLocks noGrp="1"/>
          </p:cNvSpPr>
          <p:nvPr>
            <p:ph type="subTitle" idx="8"/>
          </p:nvPr>
        </p:nvSpPr>
        <p:spPr>
          <a:xfrm>
            <a:off x="2746897" y="1769429"/>
            <a:ext cx="3360391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IA CLASSIFICA SUA URGÊNCIA</a:t>
            </a:r>
            <a:endParaRPr dirty="0"/>
          </a:p>
        </p:txBody>
      </p:sp>
      <p:sp>
        <p:nvSpPr>
          <p:cNvPr id="709" name="Google Shape;70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FLUXO DA APLICAÇÃO</a:t>
            </a:r>
            <a:endParaRPr dirty="0"/>
          </a:p>
        </p:txBody>
      </p:sp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1913310" y="1199930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1" name="Google Shape;711;p30"/>
          <p:cNvSpPr txBox="1">
            <a:spLocks noGrp="1"/>
          </p:cNvSpPr>
          <p:nvPr>
            <p:ph type="title" idx="3"/>
          </p:nvPr>
        </p:nvSpPr>
        <p:spPr>
          <a:xfrm>
            <a:off x="1913310" y="2903022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12" name="Google Shape;712;p30"/>
          <p:cNvSpPr txBox="1">
            <a:spLocks noGrp="1"/>
          </p:cNvSpPr>
          <p:nvPr>
            <p:ph type="title" idx="4"/>
          </p:nvPr>
        </p:nvSpPr>
        <p:spPr>
          <a:xfrm>
            <a:off x="1913310" y="1767627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13" name="Google Shape;713;p30"/>
          <p:cNvSpPr txBox="1">
            <a:spLocks noGrp="1"/>
          </p:cNvSpPr>
          <p:nvPr>
            <p:ph type="title" idx="5"/>
          </p:nvPr>
        </p:nvSpPr>
        <p:spPr>
          <a:xfrm>
            <a:off x="1913310" y="3470720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1913310" y="2335325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15" name="Google Shape;715;p30"/>
          <p:cNvSpPr txBox="1">
            <a:spLocks noGrp="1"/>
          </p:cNvSpPr>
          <p:nvPr>
            <p:ph type="title" idx="7"/>
          </p:nvPr>
        </p:nvSpPr>
        <p:spPr>
          <a:xfrm>
            <a:off x="1913310" y="4038417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16" name="Google Shape;716;p30"/>
          <p:cNvSpPr txBox="1">
            <a:spLocks noGrp="1"/>
          </p:cNvSpPr>
          <p:nvPr>
            <p:ph type="subTitle" idx="1"/>
          </p:nvPr>
        </p:nvSpPr>
        <p:spPr>
          <a:xfrm>
            <a:off x="2746898" y="1201730"/>
            <a:ext cx="3202656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CIDADÃO ABRE O CHAMADO</a:t>
            </a:r>
            <a:endParaRPr dirty="0"/>
          </a:p>
        </p:txBody>
      </p:sp>
      <p:sp>
        <p:nvSpPr>
          <p:cNvPr id="717" name="Google Shape;717;p30"/>
          <p:cNvSpPr txBox="1">
            <a:spLocks noGrp="1"/>
          </p:cNvSpPr>
          <p:nvPr>
            <p:ph type="subTitle" idx="9"/>
          </p:nvPr>
        </p:nvSpPr>
        <p:spPr>
          <a:xfrm>
            <a:off x="2746897" y="2337128"/>
            <a:ext cx="3969991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É CADASTRADO NA BASE DE DADOS</a:t>
            </a:r>
            <a:endParaRPr dirty="0"/>
          </a:p>
        </p:txBody>
      </p:sp>
      <p:sp>
        <p:nvSpPr>
          <p:cNvPr id="718" name="Google Shape;718;p30"/>
          <p:cNvSpPr txBox="1">
            <a:spLocks noGrp="1"/>
          </p:cNvSpPr>
          <p:nvPr>
            <p:ph type="subTitle" idx="13"/>
          </p:nvPr>
        </p:nvSpPr>
        <p:spPr>
          <a:xfrm>
            <a:off x="2746895" y="2904828"/>
            <a:ext cx="4534748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GESTOR ANALISA E ATRIBUI A UM TÉCNICO</a:t>
            </a:r>
            <a:endParaRPr dirty="0"/>
          </a:p>
        </p:txBody>
      </p:sp>
      <p:sp>
        <p:nvSpPr>
          <p:cNvPr id="719" name="Google Shape;719;p30"/>
          <p:cNvSpPr txBox="1">
            <a:spLocks noGrp="1"/>
          </p:cNvSpPr>
          <p:nvPr>
            <p:ph type="subTitle" idx="14"/>
          </p:nvPr>
        </p:nvSpPr>
        <p:spPr>
          <a:xfrm>
            <a:off x="2746894" y="3472527"/>
            <a:ext cx="543755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TÉCNICO DOCUMENTA OS TRABALHOS E O FINALIZA</a:t>
            </a:r>
            <a:endParaRPr dirty="0"/>
          </a:p>
        </p:txBody>
      </p:sp>
      <p:sp>
        <p:nvSpPr>
          <p:cNvPr id="720" name="Google Shape;720;p30"/>
          <p:cNvSpPr txBox="1">
            <a:spLocks noGrp="1"/>
          </p:cNvSpPr>
          <p:nvPr>
            <p:ph type="subTitle" idx="15"/>
          </p:nvPr>
        </p:nvSpPr>
        <p:spPr>
          <a:xfrm>
            <a:off x="2746894" y="4040226"/>
            <a:ext cx="4647637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CIDADÃO VISUALIZA-O FINALIZADO</a:t>
            </a:r>
            <a:endParaRPr dirty="0"/>
          </a:p>
        </p:txBody>
      </p:sp>
      <p:grpSp>
        <p:nvGrpSpPr>
          <p:cNvPr id="721" name="Google Shape;721;p30"/>
          <p:cNvGrpSpPr/>
          <p:nvPr/>
        </p:nvGrpSpPr>
        <p:grpSpPr>
          <a:xfrm>
            <a:off x="720000" y="1962312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COMPONENTES DO PROJETO</a:t>
            </a:r>
            <a:endParaRPr dirty="0"/>
          </a:p>
        </p:txBody>
      </p:sp>
      <p:graphicFrame>
        <p:nvGraphicFramePr>
          <p:cNvPr id="701" name="Google Shape;701;p29"/>
          <p:cNvGraphicFramePr/>
          <p:nvPr>
            <p:extLst>
              <p:ext uri="{D42A27DB-BD31-4B8C-83A1-F6EECF244321}">
                <p14:modId xmlns:p14="http://schemas.microsoft.com/office/powerpoint/2010/main" val="2578615178"/>
              </p:ext>
            </p:extLst>
          </p:nvPr>
        </p:nvGraphicFramePr>
        <p:xfrm>
          <a:off x="801075" y="1917761"/>
          <a:ext cx="7622925" cy="1748500"/>
        </p:xfrm>
        <a:graphic>
          <a:graphicData uri="http://schemas.openxmlformats.org/drawingml/2006/table">
            <a:tbl>
              <a:tblPr>
                <a:noFill/>
                <a:tableStyleId>{95EB2E4F-7A3A-4F98-9E85-8E1151A5051B}</a:tableStyleId>
              </a:tblPr>
              <a:tblGrid>
                <a:gridCol w="236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 dirty="0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MOBILE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Desenvolvido em Flutter (Dart)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sng" dirty="0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API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Desenvolvida em Node.js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 dirty="0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BANCO DE DADOS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Utilizado o SGBD PostgreSQL com ORM Prisma JS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 dirty="0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MODELO DE IA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Pelo resultado no treinamento doi escolido o CART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 dirty="0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WEB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Desenvolvida em Next.js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/>
          <p:cNvSpPr txBox="1">
            <a:spLocks noGrp="1"/>
          </p:cNvSpPr>
          <p:nvPr>
            <p:ph type="title"/>
          </p:nvPr>
        </p:nvSpPr>
        <p:spPr>
          <a:xfrm>
            <a:off x="1634639" y="2314436"/>
            <a:ext cx="38416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APRESENTANDO</a:t>
            </a:r>
            <a:endParaRPr dirty="0"/>
          </a:p>
        </p:txBody>
      </p:sp>
      <p:sp>
        <p:nvSpPr>
          <p:cNvPr id="741" name="Google Shape;741;p32"/>
          <p:cNvSpPr/>
          <p:nvPr/>
        </p:nvSpPr>
        <p:spPr>
          <a:xfrm rot="-5400000">
            <a:off x="1186914" y="2672828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43" name="Google Shape;743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52" name="Google Shape;752;p32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DESENVOLVIDO POR</a:t>
            </a:r>
            <a:endParaRPr dirty="0"/>
          </a:p>
        </p:txBody>
      </p:sp>
      <p:sp>
        <p:nvSpPr>
          <p:cNvPr id="772" name="Google Shape;772;p34"/>
          <p:cNvSpPr txBox="1">
            <a:spLocks noGrp="1"/>
          </p:cNvSpPr>
          <p:nvPr>
            <p:ph type="subTitle" idx="4"/>
          </p:nvPr>
        </p:nvSpPr>
        <p:spPr>
          <a:xfrm>
            <a:off x="999713" y="2639155"/>
            <a:ext cx="226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CLÁUDIO DE MELO JÚNIOR</a:t>
            </a:r>
            <a:endParaRPr dirty="0"/>
          </a:p>
        </p:txBody>
      </p:sp>
      <p:sp>
        <p:nvSpPr>
          <p:cNvPr id="773" name="Google Shape;773;p34"/>
          <p:cNvSpPr txBox="1">
            <a:spLocks noGrp="1"/>
          </p:cNvSpPr>
          <p:nvPr>
            <p:ph type="subTitle" idx="5"/>
          </p:nvPr>
        </p:nvSpPr>
        <p:spPr>
          <a:xfrm>
            <a:off x="3332393" y="2538430"/>
            <a:ext cx="2411704" cy="6734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NICOLAU DOS SANTOS</a:t>
            </a:r>
            <a:endParaRPr dirty="0"/>
          </a:p>
        </p:txBody>
      </p:sp>
      <p:sp>
        <p:nvSpPr>
          <p:cNvPr id="777" name="Google Shape;777;p34"/>
          <p:cNvSpPr txBox="1">
            <a:spLocks noGrp="1"/>
          </p:cNvSpPr>
          <p:nvPr>
            <p:ph type="subTitle" idx="6"/>
          </p:nvPr>
        </p:nvSpPr>
        <p:spPr>
          <a:xfrm>
            <a:off x="5913432" y="2538430"/>
            <a:ext cx="2835457" cy="6301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LUÍS PEDRO DUTRA CARROCINI</a:t>
            </a:r>
            <a:endParaRPr dirty="0"/>
          </a:p>
        </p:txBody>
      </p:sp>
      <p:grpSp>
        <p:nvGrpSpPr>
          <p:cNvPr id="778" name="Google Shape;778;p34"/>
          <p:cNvGrpSpPr/>
          <p:nvPr/>
        </p:nvGrpSpPr>
        <p:grpSpPr>
          <a:xfrm>
            <a:off x="6042532" y="2114387"/>
            <a:ext cx="289600" cy="345150"/>
            <a:chOff x="4801988" y="3797375"/>
            <a:chExt cx="289600" cy="345150"/>
          </a:xfrm>
        </p:grpSpPr>
        <p:sp>
          <p:nvSpPr>
            <p:cNvPr id="779" name="Google Shape;779;p34"/>
            <p:cNvSpPr/>
            <p:nvPr/>
          </p:nvSpPr>
          <p:spPr>
            <a:xfrm>
              <a:off x="4916238" y="3885675"/>
              <a:ext cx="60825" cy="60775"/>
            </a:xfrm>
            <a:custGeom>
              <a:avLst/>
              <a:gdLst/>
              <a:ahLst/>
              <a:cxnLst/>
              <a:rect l="l" t="t" r="r" b="b"/>
              <a:pathLst>
                <a:path w="2433" h="2431" extrusionOk="0">
                  <a:moveTo>
                    <a:pt x="1215" y="806"/>
                  </a:moveTo>
                  <a:cubicBezTo>
                    <a:pt x="1436" y="806"/>
                    <a:pt x="1613" y="994"/>
                    <a:pt x="1613" y="1215"/>
                  </a:cubicBezTo>
                  <a:cubicBezTo>
                    <a:pt x="1613" y="1437"/>
                    <a:pt x="1436" y="1614"/>
                    <a:pt x="1215" y="1614"/>
                  </a:cubicBezTo>
                  <a:cubicBezTo>
                    <a:pt x="993" y="1614"/>
                    <a:pt x="805" y="1437"/>
                    <a:pt x="805" y="1215"/>
                  </a:cubicBezTo>
                  <a:cubicBezTo>
                    <a:pt x="805" y="994"/>
                    <a:pt x="993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1"/>
                    <a:pt x="0" y="1215"/>
                  </a:cubicBezTo>
                  <a:cubicBezTo>
                    <a:pt x="0" y="1883"/>
                    <a:pt x="539" y="2430"/>
                    <a:pt x="1215" y="2430"/>
                  </a:cubicBezTo>
                  <a:cubicBezTo>
                    <a:pt x="1882" y="2430"/>
                    <a:pt x="2432" y="1883"/>
                    <a:pt x="2432" y="1215"/>
                  </a:cubicBezTo>
                  <a:cubicBezTo>
                    <a:pt x="2432" y="551"/>
                    <a:pt x="1882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4801988" y="3797375"/>
              <a:ext cx="289600" cy="345150"/>
            </a:xfrm>
            <a:custGeom>
              <a:avLst/>
              <a:gdLst/>
              <a:ahLst/>
              <a:cxnLst/>
              <a:rect l="l" t="t" r="r" b="b"/>
              <a:pathLst>
                <a:path w="11584" h="13806" extrusionOk="0">
                  <a:moveTo>
                    <a:pt x="10731" y="11643"/>
                  </a:moveTo>
                  <a:cubicBezTo>
                    <a:pt x="10579" y="12288"/>
                    <a:pt x="10074" y="12801"/>
                    <a:pt x="9432" y="12953"/>
                  </a:cubicBezTo>
                  <a:lnTo>
                    <a:pt x="9432" y="11643"/>
                  </a:lnTo>
                  <a:close/>
                  <a:moveTo>
                    <a:pt x="10111" y="809"/>
                  </a:moveTo>
                  <a:cubicBezTo>
                    <a:pt x="10472" y="809"/>
                    <a:pt x="10775" y="1112"/>
                    <a:pt x="10775" y="1488"/>
                  </a:cubicBezTo>
                  <a:lnTo>
                    <a:pt x="10775" y="10838"/>
                  </a:lnTo>
                  <a:lnTo>
                    <a:pt x="9022" y="10838"/>
                  </a:lnTo>
                  <a:cubicBezTo>
                    <a:pt x="8801" y="10838"/>
                    <a:pt x="8627" y="11026"/>
                    <a:pt x="8627" y="11247"/>
                  </a:cubicBezTo>
                  <a:lnTo>
                    <a:pt x="8627" y="13001"/>
                  </a:lnTo>
                  <a:lnTo>
                    <a:pt x="1473" y="13001"/>
                  </a:lnTo>
                  <a:cubicBezTo>
                    <a:pt x="1111" y="13001"/>
                    <a:pt x="805" y="12695"/>
                    <a:pt x="805" y="12322"/>
                  </a:cubicBezTo>
                  <a:lnTo>
                    <a:pt x="805" y="1488"/>
                  </a:lnTo>
                  <a:cubicBezTo>
                    <a:pt x="805" y="1112"/>
                    <a:pt x="1111" y="809"/>
                    <a:pt x="1473" y="809"/>
                  </a:cubicBezTo>
                  <a:close/>
                  <a:moveTo>
                    <a:pt x="1473" y="1"/>
                  </a:moveTo>
                  <a:cubicBezTo>
                    <a:pt x="654" y="1"/>
                    <a:pt x="0" y="669"/>
                    <a:pt x="0" y="1488"/>
                  </a:cubicBezTo>
                  <a:lnTo>
                    <a:pt x="0" y="12322"/>
                  </a:lnTo>
                  <a:cubicBezTo>
                    <a:pt x="0" y="13141"/>
                    <a:pt x="654" y="13806"/>
                    <a:pt x="1473" y="13806"/>
                  </a:cubicBezTo>
                  <a:lnTo>
                    <a:pt x="9022" y="13806"/>
                  </a:lnTo>
                  <a:cubicBezTo>
                    <a:pt x="10439" y="13806"/>
                    <a:pt x="11583" y="12661"/>
                    <a:pt x="11583" y="11247"/>
                  </a:cubicBezTo>
                  <a:lnTo>
                    <a:pt x="11583" y="1488"/>
                  </a:lnTo>
                  <a:cubicBezTo>
                    <a:pt x="11583" y="669"/>
                    <a:pt x="10930" y="1"/>
                    <a:pt x="10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4841688" y="3838625"/>
              <a:ext cx="210125" cy="269500"/>
            </a:xfrm>
            <a:custGeom>
              <a:avLst/>
              <a:gdLst/>
              <a:ahLst/>
              <a:cxnLst/>
              <a:rect l="l" t="t" r="r" b="b"/>
              <a:pathLst>
                <a:path w="8405" h="10780" extrusionOk="0">
                  <a:moveTo>
                    <a:pt x="4477" y="805"/>
                  </a:moveTo>
                  <a:lnTo>
                    <a:pt x="4503" y="1122"/>
                  </a:lnTo>
                  <a:cubicBezTo>
                    <a:pt x="4503" y="1263"/>
                    <a:pt x="4606" y="1392"/>
                    <a:pt x="4735" y="1437"/>
                  </a:cubicBezTo>
                  <a:cubicBezTo>
                    <a:pt x="4957" y="1507"/>
                    <a:pt x="5167" y="1625"/>
                    <a:pt x="5344" y="1776"/>
                  </a:cubicBezTo>
                  <a:cubicBezTo>
                    <a:pt x="5412" y="1839"/>
                    <a:pt x="5506" y="1873"/>
                    <a:pt x="5600" y="1873"/>
                  </a:cubicBezTo>
                  <a:cubicBezTo>
                    <a:pt x="5665" y="1873"/>
                    <a:pt x="5730" y="1857"/>
                    <a:pt x="5787" y="1824"/>
                  </a:cubicBezTo>
                  <a:lnTo>
                    <a:pt x="6031" y="1695"/>
                  </a:lnTo>
                  <a:lnTo>
                    <a:pt x="6326" y="2197"/>
                  </a:lnTo>
                  <a:lnTo>
                    <a:pt x="6057" y="2374"/>
                  </a:lnTo>
                  <a:cubicBezTo>
                    <a:pt x="5939" y="2455"/>
                    <a:pt x="5880" y="2595"/>
                    <a:pt x="5905" y="2736"/>
                  </a:cubicBezTo>
                  <a:cubicBezTo>
                    <a:pt x="5939" y="2853"/>
                    <a:pt x="5950" y="2980"/>
                    <a:pt x="5950" y="3097"/>
                  </a:cubicBezTo>
                  <a:cubicBezTo>
                    <a:pt x="5950" y="3215"/>
                    <a:pt x="5939" y="3344"/>
                    <a:pt x="5905" y="3459"/>
                  </a:cubicBezTo>
                  <a:cubicBezTo>
                    <a:pt x="5880" y="3600"/>
                    <a:pt x="5939" y="3740"/>
                    <a:pt x="6057" y="3821"/>
                  </a:cubicBezTo>
                  <a:lnTo>
                    <a:pt x="6326" y="3998"/>
                  </a:lnTo>
                  <a:lnTo>
                    <a:pt x="6031" y="4489"/>
                  </a:lnTo>
                  <a:lnTo>
                    <a:pt x="5751" y="4349"/>
                  </a:lnTo>
                  <a:cubicBezTo>
                    <a:pt x="5701" y="4321"/>
                    <a:pt x="5647" y="4308"/>
                    <a:pt x="5593" y="4308"/>
                  </a:cubicBezTo>
                  <a:cubicBezTo>
                    <a:pt x="5511" y="4308"/>
                    <a:pt x="5429" y="4339"/>
                    <a:pt x="5367" y="4396"/>
                  </a:cubicBezTo>
                  <a:cubicBezTo>
                    <a:pt x="5190" y="4559"/>
                    <a:pt x="4994" y="4677"/>
                    <a:pt x="4769" y="4747"/>
                  </a:cubicBezTo>
                  <a:cubicBezTo>
                    <a:pt x="4618" y="4803"/>
                    <a:pt x="4503" y="4943"/>
                    <a:pt x="4503" y="5109"/>
                  </a:cubicBezTo>
                  <a:lnTo>
                    <a:pt x="4477" y="5389"/>
                  </a:lnTo>
                  <a:lnTo>
                    <a:pt x="3905" y="5389"/>
                  </a:lnTo>
                  <a:lnTo>
                    <a:pt x="3894" y="5061"/>
                  </a:lnTo>
                  <a:cubicBezTo>
                    <a:pt x="3883" y="4921"/>
                    <a:pt x="3787" y="4803"/>
                    <a:pt x="3647" y="4758"/>
                  </a:cubicBezTo>
                  <a:cubicBezTo>
                    <a:pt x="3425" y="4688"/>
                    <a:pt x="3226" y="4570"/>
                    <a:pt x="3052" y="4419"/>
                  </a:cubicBezTo>
                  <a:cubicBezTo>
                    <a:pt x="2976" y="4356"/>
                    <a:pt x="2884" y="4322"/>
                    <a:pt x="2789" y="4322"/>
                  </a:cubicBezTo>
                  <a:cubicBezTo>
                    <a:pt x="2724" y="4322"/>
                    <a:pt x="2658" y="4338"/>
                    <a:pt x="2595" y="4371"/>
                  </a:cubicBezTo>
                  <a:lnTo>
                    <a:pt x="2351" y="4489"/>
                  </a:lnTo>
                  <a:lnTo>
                    <a:pt x="2070" y="3998"/>
                  </a:lnTo>
                  <a:lnTo>
                    <a:pt x="2340" y="3821"/>
                  </a:lnTo>
                  <a:cubicBezTo>
                    <a:pt x="2455" y="3740"/>
                    <a:pt x="2514" y="3600"/>
                    <a:pt x="2480" y="3459"/>
                  </a:cubicBezTo>
                  <a:cubicBezTo>
                    <a:pt x="2455" y="3344"/>
                    <a:pt x="2443" y="3215"/>
                    <a:pt x="2443" y="3097"/>
                  </a:cubicBezTo>
                  <a:cubicBezTo>
                    <a:pt x="2443" y="2980"/>
                    <a:pt x="2455" y="2853"/>
                    <a:pt x="2480" y="2736"/>
                  </a:cubicBezTo>
                  <a:cubicBezTo>
                    <a:pt x="2514" y="2595"/>
                    <a:pt x="2455" y="2455"/>
                    <a:pt x="2340" y="2374"/>
                  </a:cubicBezTo>
                  <a:lnTo>
                    <a:pt x="2070" y="2197"/>
                  </a:lnTo>
                  <a:lnTo>
                    <a:pt x="2351" y="1695"/>
                  </a:lnTo>
                  <a:lnTo>
                    <a:pt x="2643" y="1846"/>
                  </a:lnTo>
                  <a:cubicBezTo>
                    <a:pt x="2694" y="1874"/>
                    <a:pt x="2749" y="1887"/>
                    <a:pt x="2803" y="1887"/>
                  </a:cubicBezTo>
                  <a:cubicBezTo>
                    <a:pt x="2885" y="1887"/>
                    <a:pt x="2966" y="1857"/>
                    <a:pt x="3030" y="1801"/>
                  </a:cubicBezTo>
                  <a:cubicBezTo>
                    <a:pt x="3204" y="1625"/>
                    <a:pt x="3414" y="1507"/>
                    <a:pt x="3647" y="1425"/>
                  </a:cubicBezTo>
                  <a:cubicBezTo>
                    <a:pt x="3787" y="1392"/>
                    <a:pt x="3883" y="1263"/>
                    <a:pt x="3894" y="1122"/>
                  </a:cubicBezTo>
                  <a:lnTo>
                    <a:pt x="3905" y="805"/>
                  </a:lnTo>
                  <a:close/>
                  <a:moveTo>
                    <a:pt x="1229" y="7002"/>
                  </a:moveTo>
                  <a:cubicBezTo>
                    <a:pt x="1450" y="7002"/>
                    <a:pt x="1638" y="7188"/>
                    <a:pt x="1638" y="7412"/>
                  </a:cubicBezTo>
                  <a:cubicBezTo>
                    <a:pt x="1638" y="7634"/>
                    <a:pt x="1450" y="7808"/>
                    <a:pt x="1229" y="7808"/>
                  </a:cubicBezTo>
                  <a:cubicBezTo>
                    <a:pt x="1007" y="7808"/>
                    <a:pt x="819" y="7634"/>
                    <a:pt x="819" y="7412"/>
                  </a:cubicBezTo>
                  <a:cubicBezTo>
                    <a:pt x="819" y="7188"/>
                    <a:pt x="1007" y="7002"/>
                    <a:pt x="1229" y="7002"/>
                  </a:cubicBezTo>
                  <a:close/>
                  <a:moveTo>
                    <a:pt x="7154" y="7002"/>
                  </a:moveTo>
                  <a:cubicBezTo>
                    <a:pt x="7389" y="7002"/>
                    <a:pt x="7563" y="7188"/>
                    <a:pt x="7563" y="7412"/>
                  </a:cubicBezTo>
                  <a:cubicBezTo>
                    <a:pt x="7563" y="7634"/>
                    <a:pt x="7389" y="7808"/>
                    <a:pt x="7154" y="7808"/>
                  </a:cubicBezTo>
                  <a:cubicBezTo>
                    <a:pt x="6932" y="7808"/>
                    <a:pt x="6758" y="7634"/>
                    <a:pt x="6758" y="7412"/>
                  </a:cubicBezTo>
                  <a:cubicBezTo>
                    <a:pt x="6758" y="7188"/>
                    <a:pt x="6932" y="7002"/>
                    <a:pt x="7154" y="7002"/>
                  </a:cubicBezTo>
                  <a:close/>
                  <a:moveTo>
                    <a:pt x="4197" y="9165"/>
                  </a:moveTo>
                  <a:cubicBezTo>
                    <a:pt x="4418" y="9165"/>
                    <a:pt x="4595" y="9339"/>
                    <a:pt x="4595" y="9561"/>
                  </a:cubicBezTo>
                  <a:cubicBezTo>
                    <a:pt x="4595" y="9782"/>
                    <a:pt x="4418" y="9970"/>
                    <a:pt x="4197" y="9970"/>
                  </a:cubicBezTo>
                  <a:cubicBezTo>
                    <a:pt x="3975" y="9970"/>
                    <a:pt x="3787" y="9782"/>
                    <a:pt x="3787" y="9561"/>
                  </a:cubicBezTo>
                  <a:cubicBezTo>
                    <a:pt x="3787" y="9339"/>
                    <a:pt x="3975" y="9165"/>
                    <a:pt x="4197" y="9165"/>
                  </a:cubicBezTo>
                  <a:close/>
                  <a:moveTo>
                    <a:pt x="3532" y="0"/>
                  </a:moveTo>
                  <a:cubicBezTo>
                    <a:pt x="3310" y="0"/>
                    <a:pt x="3134" y="163"/>
                    <a:pt x="3122" y="385"/>
                  </a:cubicBezTo>
                  <a:lnTo>
                    <a:pt x="3111" y="783"/>
                  </a:lnTo>
                  <a:cubicBezTo>
                    <a:pt x="2982" y="842"/>
                    <a:pt x="2864" y="912"/>
                    <a:pt x="2749" y="993"/>
                  </a:cubicBezTo>
                  <a:lnTo>
                    <a:pt x="2385" y="805"/>
                  </a:lnTo>
                  <a:cubicBezTo>
                    <a:pt x="2326" y="773"/>
                    <a:pt x="2263" y="757"/>
                    <a:pt x="2201" y="757"/>
                  </a:cubicBezTo>
                  <a:cubicBezTo>
                    <a:pt x="2064" y="757"/>
                    <a:pt x="1931" y="831"/>
                    <a:pt x="1860" y="960"/>
                  </a:cubicBezTo>
                  <a:lnTo>
                    <a:pt x="1181" y="2127"/>
                  </a:lnTo>
                  <a:cubicBezTo>
                    <a:pt x="1077" y="2315"/>
                    <a:pt x="1136" y="2559"/>
                    <a:pt x="1310" y="2677"/>
                  </a:cubicBezTo>
                  <a:lnTo>
                    <a:pt x="1650" y="2887"/>
                  </a:lnTo>
                  <a:cubicBezTo>
                    <a:pt x="1650" y="2957"/>
                    <a:pt x="1638" y="3027"/>
                    <a:pt x="1638" y="3097"/>
                  </a:cubicBezTo>
                  <a:cubicBezTo>
                    <a:pt x="1638" y="3168"/>
                    <a:pt x="1650" y="3238"/>
                    <a:pt x="1650" y="3308"/>
                  </a:cubicBezTo>
                  <a:lnTo>
                    <a:pt x="1310" y="3518"/>
                  </a:lnTo>
                  <a:cubicBezTo>
                    <a:pt x="1136" y="3636"/>
                    <a:pt x="1077" y="3880"/>
                    <a:pt x="1181" y="4068"/>
                  </a:cubicBezTo>
                  <a:lnTo>
                    <a:pt x="1860" y="5224"/>
                  </a:lnTo>
                  <a:cubicBezTo>
                    <a:pt x="1933" y="5356"/>
                    <a:pt x="2071" y="5430"/>
                    <a:pt x="2211" y="5430"/>
                  </a:cubicBezTo>
                  <a:cubicBezTo>
                    <a:pt x="2270" y="5430"/>
                    <a:pt x="2330" y="5417"/>
                    <a:pt x="2385" y="5389"/>
                  </a:cubicBezTo>
                  <a:lnTo>
                    <a:pt x="2749" y="5201"/>
                  </a:lnTo>
                  <a:cubicBezTo>
                    <a:pt x="2864" y="5283"/>
                    <a:pt x="2982" y="5353"/>
                    <a:pt x="3111" y="5412"/>
                  </a:cubicBezTo>
                  <a:lnTo>
                    <a:pt x="3122" y="5810"/>
                  </a:lnTo>
                  <a:cubicBezTo>
                    <a:pt x="3134" y="6032"/>
                    <a:pt x="3310" y="6194"/>
                    <a:pt x="3532" y="6194"/>
                  </a:cubicBezTo>
                  <a:lnTo>
                    <a:pt x="3801" y="6194"/>
                  </a:lnTo>
                  <a:lnTo>
                    <a:pt x="3801" y="7002"/>
                  </a:lnTo>
                  <a:lnTo>
                    <a:pt x="2385" y="7002"/>
                  </a:lnTo>
                  <a:cubicBezTo>
                    <a:pt x="2216" y="6527"/>
                    <a:pt x="1761" y="6193"/>
                    <a:pt x="1222" y="6193"/>
                  </a:cubicBezTo>
                  <a:cubicBezTo>
                    <a:pt x="1205" y="6193"/>
                    <a:pt x="1187" y="6194"/>
                    <a:pt x="1170" y="6194"/>
                  </a:cubicBezTo>
                  <a:cubicBezTo>
                    <a:pt x="550" y="6231"/>
                    <a:pt x="48" y="6744"/>
                    <a:pt x="25" y="7364"/>
                  </a:cubicBezTo>
                  <a:cubicBezTo>
                    <a:pt x="0" y="8054"/>
                    <a:pt x="550" y="8627"/>
                    <a:pt x="1240" y="8627"/>
                  </a:cubicBezTo>
                  <a:cubicBezTo>
                    <a:pt x="1767" y="8627"/>
                    <a:pt x="2211" y="8287"/>
                    <a:pt x="2385" y="7819"/>
                  </a:cubicBezTo>
                  <a:lnTo>
                    <a:pt x="3801" y="7819"/>
                  </a:lnTo>
                  <a:lnTo>
                    <a:pt x="3801" y="8428"/>
                  </a:lnTo>
                  <a:cubicBezTo>
                    <a:pt x="3310" y="8604"/>
                    <a:pt x="2960" y="9081"/>
                    <a:pt x="2993" y="9631"/>
                  </a:cubicBezTo>
                  <a:cubicBezTo>
                    <a:pt x="3030" y="10251"/>
                    <a:pt x="3532" y="10753"/>
                    <a:pt x="4152" y="10778"/>
                  </a:cubicBezTo>
                  <a:cubicBezTo>
                    <a:pt x="4172" y="10779"/>
                    <a:pt x="4191" y="10780"/>
                    <a:pt x="4211" y="10780"/>
                  </a:cubicBezTo>
                  <a:cubicBezTo>
                    <a:pt x="4872" y="10780"/>
                    <a:pt x="5414" y="10231"/>
                    <a:pt x="5414" y="9561"/>
                  </a:cubicBezTo>
                  <a:cubicBezTo>
                    <a:pt x="5414" y="9036"/>
                    <a:pt x="5075" y="8590"/>
                    <a:pt x="4606" y="8428"/>
                  </a:cubicBezTo>
                  <a:lnTo>
                    <a:pt x="4606" y="7819"/>
                  </a:lnTo>
                  <a:lnTo>
                    <a:pt x="6020" y="7819"/>
                  </a:lnTo>
                  <a:cubicBezTo>
                    <a:pt x="6191" y="8294"/>
                    <a:pt x="6658" y="8628"/>
                    <a:pt x="7186" y="8628"/>
                  </a:cubicBezTo>
                  <a:cubicBezTo>
                    <a:pt x="7203" y="8628"/>
                    <a:pt x="7221" y="8627"/>
                    <a:pt x="7238" y="8627"/>
                  </a:cubicBezTo>
                  <a:cubicBezTo>
                    <a:pt x="7855" y="8590"/>
                    <a:pt x="8360" y="8077"/>
                    <a:pt x="8382" y="7457"/>
                  </a:cubicBezTo>
                  <a:cubicBezTo>
                    <a:pt x="8405" y="6767"/>
                    <a:pt x="7855" y="6194"/>
                    <a:pt x="7168" y="6194"/>
                  </a:cubicBezTo>
                  <a:cubicBezTo>
                    <a:pt x="6640" y="6194"/>
                    <a:pt x="6197" y="6534"/>
                    <a:pt x="6020" y="7002"/>
                  </a:cubicBezTo>
                  <a:lnTo>
                    <a:pt x="4606" y="7002"/>
                  </a:lnTo>
                  <a:lnTo>
                    <a:pt x="4606" y="6194"/>
                  </a:lnTo>
                  <a:lnTo>
                    <a:pt x="4876" y="6194"/>
                  </a:lnTo>
                  <a:cubicBezTo>
                    <a:pt x="5097" y="6194"/>
                    <a:pt x="5274" y="6032"/>
                    <a:pt x="5285" y="5810"/>
                  </a:cubicBezTo>
                  <a:lnTo>
                    <a:pt x="5296" y="5412"/>
                  </a:lnTo>
                  <a:cubicBezTo>
                    <a:pt x="5426" y="5353"/>
                    <a:pt x="5541" y="5283"/>
                    <a:pt x="5658" y="5201"/>
                  </a:cubicBezTo>
                  <a:lnTo>
                    <a:pt x="6020" y="5389"/>
                  </a:lnTo>
                  <a:cubicBezTo>
                    <a:pt x="6076" y="5417"/>
                    <a:pt x="6136" y="5430"/>
                    <a:pt x="6195" y="5430"/>
                  </a:cubicBezTo>
                  <a:cubicBezTo>
                    <a:pt x="6335" y="5430"/>
                    <a:pt x="6473" y="5356"/>
                    <a:pt x="6548" y="5224"/>
                  </a:cubicBezTo>
                  <a:lnTo>
                    <a:pt x="7224" y="4068"/>
                  </a:lnTo>
                  <a:cubicBezTo>
                    <a:pt x="7330" y="3880"/>
                    <a:pt x="7271" y="3636"/>
                    <a:pt x="7098" y="3518"/>
                  </a:cubicBezTo>
                  <a:lnTo>
                    <a:pt x="6758" y="3308"/>
                  </a:lnTo>
                  <a:cubicBezTo>
                    <a:pt x="6758" y="3238"/>
                    <a:pt x="6769" y="3168"/>
                    <a:pt x="6769" y="3097"/>
                  </a:cubicBezTo>
                  <a:cubicBezTo>
                    <a:pt x="6769" y="3027"/>
                    <a:pt x="6758" y="2957"/>
                    <a:pt x="6758" y="2887"/>
                  </a:cubicBezTo>
                  <a:lnTo>
                    <a:pt x="7098" y="2677"/>
                  </a:lnTo>
                  <a:cubicBezTo>
                    <a:pt x="7271" y="2559"/>
                    <a:pt x="7330" y="2315"/>
                    <a:pt x="7224" y="2127"/>
                  </a:cubicBezTo>
                  <a:lnTo>
                    <a:pt x="6548" y="960"/>
                  </a:lnTo>
                  <a:cubicBezTo>
                    <a:pt x="6475" y="831"/>
                    <a:pt x="6342" y="757"/>
                    <a:pt x="6205" y="757"/>
                  </a:cubicBezTo>
                  <a:cubicBezTo>
                    <a:pt x="6143" y="757"/>
                    <a:pt x="6079" y="773"/>
                    <a:pt x="6020" y="805"/>
                  </a:cubicBezTo>
                  <a:lnTo>
                    <a:pt x="5658" y="993"/>
                  </a:lnTo>
                  <a:cubicBezTo>
                    <a:pt x="5541" y="912"/>
                    <a:pt x="5426" y="842"/>
                    <a:pt x="5296" y="783"/>
                  </a:cubicBezTo>
                  <a:lnTo>
                    <a:pt x="5285" y="385"/>
                  </a:lnTo>
                  <a:cubicBezTo>
                    <a:pt x="5274" y="163"/>
                    <a:pt x="5097" y="0"/>
                    <a:pt x="4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82" name="Google Shape;782;p34"/>
          <p:cNvGrpSpPr/>
          <p:nvPr/>
        </p:nvGrpSpPr>
        <p:grpSpPr>
          <a:xfrm>
            <a:off x="3393969" y="2108109"/>
            <a:ext cx="347475" cy="345150"/>
            <a:chOff x="4744113" y="3243975"/>
            <a:chExt cx="347475" cy="345150"/>
          </a:xfrm>
        </p:grpSpPr>
        <p:sp>
          <p:nvSpPr>
            <p:cNvPr id="783" name="Google Shape;783;p34"/>
            <p:cNvSpPr/>
            <p:nvPr/>
          </p:nvSpPr>
          <p:spPr>
            <a:xfrm>
              <a:off x="4744113" y="3339725"/>
              <a:ext cx="182950" cy="249400"/>
            </a:xfrm>
            <a:custGeom>
              <a:avLst/>
              <a:gdLst/>
              <a:ahLst/>
              <a:cxnLst/>
              <a:rect l="l" t="t" r="r" b="b"/>
              <a:pathLst>
                <a:path w="7318" h="9976" extrusionOk="0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4935238" y="3434175"/>
              <a:ext cx="156350" cy="154950"/>
            </a:xfrm>
            <a:custGeom>
              <a:avLst/>
              <a:gdLst/>
              <a:ahLst/>
              <a:cxnLst/>
              <a:rect l="l" t="t" r="r" b="b"/>
              <a:pathLst>
                <a:path w="6254" h="6198" extrusionOk="0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4983138" y="3481225"/>
              <a:ext cx="60550" cy="60825"/>
            </a:xfrm>
            <a:custGeom>
              <a:avLst/>
              <a:gdLst/>
              <a:ahLst/>
              <a:cxnLst/>
              <a:rect l="l" t="t" r="r" b="b"/>
              <a:pathLst>
                <a:path w="2422" h="2433" extrusionOk="0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4826238" y="3243975"/>
              <a:ext cx="231950" cy="173375"/>
            </a:xfrm>
            <a:custGeom>
              <a:avLst/>
              <a:gdLst/>
              <a:ahLst/>
              <a:cxnLst/>
              <a:rect l="l" t="t" r="r" b="b"/>
              <a:pathLst>
                <a:path w="9278" h="6935" extrusionOk="0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87" name="Google Shape;787;p34"/>
          <p:cNvGrpSpPr/>
          <p:nvPr/>
        </p:nvGrpSpPr>
        <p:grpSpPr>
          <a:xfrm>
            <a:off x="1133951" y="2072231"/>
            <a:ext cx="346325" cy="345000"/>
            <a:chOff x="1725463" y="2681050"/>
            <a:chExt cx="346325" cy="345000"/>
          </a:xfrm>
        </p:grpSpPr>
        <p:sp>
          <p:nvSpPr>
            <p:cNvPr id="788" name="Google Shape;788;p34"/>
            <p:cNvSpPr/>
            <p:nvPr/>
          </p:nvSpPr>
          <p:spPr>
            <a:xfrm>
              <a:off x="1807588" y="2762650"/>
              <a:ext cx="181800" cy="181800"/>
            </a:xfrm>
            <a:custGeom>
              <a:avLst/>
              <a:gdLst/>
              <a:ahLst/>
              <a:cxnLst/>
              <a:rect l="l" t="t" r="r" b="b"/>
              <a:pathLst>
                <a:path w="7272" h="7272" extrusionOk="0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1725463" y="2681050"/>
              <a:ext cx="346325" cy="345000"/>
            </a:xfrm>
            <a:custGeom>
              <a:avLst/>
              <a:gdLst/>
              <a:ahLst/>
              <a:cxnLst/>
              <a:rect l="l" t="t" r="r" b="b"/>
              <a:pathLst>
                <a:path w="13853" h="13800" extrusionOk="0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219</Words>
  <Application>Microsoft Office PowerPoint</Application>
  <PresentationFormat>Apresentação na tela (16:9)</PresentationFormat>
  <Paragraphs>41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Raleway ExtraBold</vt:lpstr>
      <vt:lpstr>Anaheim</vt:lpstr>
      <vt:lpstr>Mona Sans VF</vt:lpstr>
      <vt:lpstr>Nunito Light</vt:lpstr>
      <vt:lpstr>Raleway Black</vt:lpstr>
      <vt:lpstr>Hanken Grotesk</vt:lpstr>
      <vt:lpstr>Arial</vt:lpstr>
      <vt:lpstr>Technology Market Research Pitch Deck by Slidesgo</vt:lpstr>
      <vt:lpstr>CDCP</vt:lpstr>
      <vt:lpstr>OBJETIVO DO PROJETO?</vt:lpstr>
      <vt:lpstr>FLUXO DA APLICAÇÃO</vt:lpstr>
      <vt:lpstr>COMPONENTES DO PROJETO</vt:lpstr>
      <vt:lpstr>APRESENTANDO</vt:lpstr>
      <vt:lpstr>DESENVOLVIDO POR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Luís Pedro Dutra Carrocini</cp:lastModifiedBy>
  <cp:revision>4</cp:revision>
  <dcterms:modified xsi:type="dcterms:W3CDTF">2026-06-03T22:48:23Z</dcterms:modified>
</cp:coreProperties>
</file>